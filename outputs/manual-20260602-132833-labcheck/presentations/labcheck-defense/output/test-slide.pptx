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18f64bc8cb4026" /><Relationship Type="http://schemas.openxmlformats.org/officeDocument/2006/relationships/extended-properties" Target="/docProps/app.xml" Id="R8992776205b24f89" /><Relationship Type="http://schemas.openxmlformats.org/officeDocument/2006/relationships/officeDocument" Target="/ppt/presentation.xml" Id="R199d58d1206d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7493d325824b2d"/>
  </p:sldMasterIdLst>
  <p:notesMasterIdLst>
    <p:notesMasterId xmlns:r="http://schemas.openxmlformats.org/officeDocument/2006/relationships" r:id="R70571e0d527a4740"/>
  </p:notesMasterIdLst>
  <p:sldIdLst>
    <p:sldId xmlns:r="http://schemas.openxmlformats.org/officeDocument/2006/relationships" id="256" r:id="R1f21e142bd6d49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1466847f8142ea" /><Relationship Type="http://schemas.openxmlformats.org/officeDocument/2006/relationships/slideMaster" Target="/ppt/slideMasters/slideMaster1.xml" Id="R027493d325824b2d" /><Relationship Type="http://schemas.openxmlformats.org/officeDocument/2006/relationships/notesMaster" Target="/ppt/notesMasters/notesMaster1.xml" Id="R70571e0d527a4740" /><Relationship Type="http://schemas.openxmlformats.org/officeDocument/2006/relationships/presProps" Target="/ppt/presProps.xml" Id="Rfa19cfed40424827" /><Relationship Type="http://schemas.openxmlformats.org/officeDocument/2006/relationships/viewProps" Target="/ppt/viewProps.xml" Id="Rf4d69e57b46843aa" /><Relationship Type="http://schemas.openxmlformats.org/officeDocument/2006/relationships/tableStyles" Target="/ppt/tableStyles.xml" Id="Re5cfe5e62e214326" /><Relationship Type="http://schemas.openxmlformats.org/officeDocument/2006/relationships/slide" Target="/ppt/slides/slide1.xml" Id="R1f21e142bd6d49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91de4ff29e47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bdb34d13a4c9c" /><Relationship Type="http://schemas.openxmlformats.org/officeDocument/2006/relationships/notesMaster" Target="/ppt/notesMasters/notesMaster1.xml" Id="R4206dc68607149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b5e9dab1042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b561475f9343c0" /><Relationship Type="http://schemas.openxmlformats.org/officeDocument/2006/relationships/slideLayout" Target="/ppt/slideLayouts/slideLayout1.xml" Id="Re05d4c926f1a47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5d4c926f1a47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f555b526a436f" /><Relationship Type="http://schemas.openxmlformats.org/officeDocument/2006/relationships/notesSlide" Target="/ppt/notesSlides/notesSlide1.xml" Id="Rad7787392b3b4d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489F5F-CD7D-49FF-893A-C6C04AF9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BFF"/>
              </a:gs>
              <a:gs pos="55000">
                <a:srgbClr val="E7F1FF"/>
              </a:gs>
              <a:gs pos="100000">
                <a:srgbClr val="D7E8FF"/>
              </a:gs>
            </a:gsLst>
            <a:lin ang="108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2FCA7-7849-4CB4-9077-B3D5B57A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714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BE73D-BCEC-4331-AD6E-F82B7921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0287000" cy="788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2B45"/>
                </a:solidFill>
                <a:latin typeface="Arian AMU"/>
                <a:ea typeface="Arian AMU"/>
                <a:cs typeface="Arian AMU"/>
              </a:defRPr>
            </a:pPr>
            <a:r>
              <a:t>Լաբորատոր աշխատանքների կատարողականի գրանցման և վերահսկման համակարգ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33383-EC53-47A4-B3B7-04D74EC6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4970"/>
            <a:ext cx="1401128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F5873"/>
                </a:solidFill>
                <a:latin typeface="Arian AMU"/>
                <a:ea typeface="Arian AMU"/>
                <a:cs typeface="Arian AMU"/>
              </a:defRPr>
            </a:pPr>
            <a:r>
              <a:t>Փորձնական սլայդ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B0653-9AC4-436A-8325-CAAEE09A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1277600" cy="696849"/>
          </a:xfrm>
          <a:prstGeom xmlns:a="http://schemas.openxmlformats.org/drawingml/2006/main" prst="roundRect">
            <a:avLst>
              <a:gd name="adj" fmla="val 273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F6A01-98A1-465E-BF36-D4AC18CA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668000" cy="277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425D"/>
                </a:solidFill>
                <a:latin typeface="Arian AMU"/>
                <a:ea typeface="Arian AMU"/>
                <a:cs typeface="Arian AMU"/>
              </a:defRPr>
            </a:pPr>
            <a:r>
              <a:t>Ստուգում ենք artifact-tool composeSlide API-ն և հայերեն տեքստի ռենդերը։</a:t>
            </a:r>
          </a:p>
        </p:txBody>
      </p:sp>
    </p:spTree>
    <p:extLst>
      <p:ext uri="{BB962C8B-B14F-4D97-AF65-F5344CB8AC3E}">
        <p14:creationId xmlns:p14="http://schemas.microsoft.com/office/powerpoint/2010/main" val="1667200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2026-06-02T09:28:56.9800000Z</dcterms:created>
  <dcterms:modified xsi:type="dcterms:W3CDTF">2026-06-02T09:28:56.9800000Z</dcterms:modified>
</coreProperties>
</file>